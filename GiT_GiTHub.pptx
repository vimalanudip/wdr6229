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-588" y="-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8E1DB-FC13-4BB6-A6CA-851DD046C34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F26AA-48A6-403C-B98A-BB41A6289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067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8E1DB-FC13-4BB6-A6CA-851DD046C34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F26AA-48A6-403C-B98A-BB41A6289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883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8E1DB-FC13-4BB6-A6CA-851DD046C34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F26AA-48A6-403C-B98A-BB41A6289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348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8E1DB-FC13-4BB6-A6CA-851DD046C34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F26AA-48A6-403C-B98A-BB41A6289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711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8E1DB-FC13-4BB6-A6CA-851DD046C34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F26AA-48A6-403C-B98A-BB41A6289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43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8E1DB-FC13-4BB6-A6CA-851DD046C34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F26AA-48A6-403C-B98A-BB41A6289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253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8E1DB-FC13-4BB6-A6CA-851DD046C34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F26AA-48A6-403C-B98A-BB41A6289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118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8E1DB-FC13-4BB6-A6CA-851DD046C34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F26AA-48A6-403C-B98A-BB41A6289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281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8E1DB-FC13-4BB6-A6CA-851DD046C34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F26AA-48A6-403C-B98A-BB41A6289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741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8E1DB-FC13-4BB6-A6CA-851DD046C34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F26AA-48A6-403C-B98A-BB41A6289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881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8E1DB-FC13-4BB6-A6CA-851DD046C34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F26AA-48A6-403C-B98A-BB41A6289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614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E8E1DB-FC13-4BB6-A6CA-851DD046C346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6F26AA-48A6-403C-B98A-BB41A6289E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043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mailto:git@github.com:your-username/your-repo.git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GiT</a:t>
            </a:r>
            <a:r>
              <a:rPr lang="en-US" dirty="0" smtClean="0"/>
              <a:t> &amp; </a:t>
            </a:r>
            <a:r>
              <a:rPr lang="en-US" dirty="0" err="1" smtClean="0"/>
              <a:t>GiTHub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 versioning system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1252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Where to use </a:t>
            </a:r>
            <a:r>
              <a:rPr lang="en-US" dirty="0" err="1" smtClean="0"/>
              <a:t>Git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Git</a:t>
            </a:r>
            <a:r>
              <a:rPr lang="en-US" dirty="0"/>
              <a:t> works on your computer, but you also use it with online services like </a:t>
            </a:r>
            <a:r>
              <a:rPr lang="en-US" b="1" dirty="0"/>
              <a:t>GitHub</a:t>
            </a:r>
            <a:r>
              <a:rPr lang="en-US" dirty="0"/>
              <a:t>, </a:t>
            </a:r>
            <a:r>
              <a:rPr lang="en-US" b="1" dirty="0" err="1"/>
              <a:t>GitLab</a:t>
            </a:r>
            <a:r>
              <a:rPr lang="en-US" dirty="0"/>
              <a:t>, or </a:t>
            </a:r>
            <a:r>
              <a:rPr lang="en-US" b="1" dirty="0" err="1"/>
              <a:t>Bitbucket</a:t>
            </a:r>
            <a:r>
              <a:rPr lang="en-US" dirty="0"/>
              <a:t> to share your work with others. These are called </a:t>
            </a:r>
            <a:r>
              <a:rPr lang="en-US" b="1" dirty="0"/>
              <a:t>remote repositories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22108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Installation of </a:t>
            </a:r>
            <a:r>
              <a:rPr lang="en-US" dirty="0" err="1" smtClean="0"/>
              <a:t>Git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Download </a:t>
            </a:r>
            <a:r>
              <a:rPr lang="en-US" dirty="0" err="1" smtClean="0"/>
              <a:t>gitbash</a:t>
            </a:r>
            <a:r>
              <a:rPr lang="en-US" dirty="0" smtClean="0"/>
              <a:t> from the git-scm.com.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547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Commands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Git</a:t>
            </a:r>
            <a:r>
              <a:rPr lang="en-US" dirty="0" smtClean="0"/>
              <a:t> –-version </a:t>
            </a:r>
          </a:p>
          <a:p>
            <a:r>
              <a:rPr lang="en-US" dirty="0" smtClean="0"/>
              <a:t>To change directory </a:t>
            </a:r>
          </a:p>
          <a:p>
            <a:r>
              <a:rPr lang="en-US" dirty="0" err="1" smtClean="0"/>
              <a:t>Git</a:t>
            </a:r>
            <a:r>
              <a:rPr lang="en-US" dirty="0" smtClean="0"/>
              <a:t> /d/</a:t>
            </a:r>
          </a:p>
          <a:p>
            <a:r>
              <a:rPr lang="en-US" dirty="0" smtClean="0"/>
              <a:t>It will move to drive </a:t>
            </a:r>
            <a:r>
              <a:rPr lang="en-US" dirty="0" err="1" smtClean="0"/>
              <a:t>git</a:t>
            </a:r>
            <a:r>
              <a:rPr lang="en-US" dirty="0" smtClean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721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Configuration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git</a:t>
            </a:r>
            <a:r>
              <a:rPr lang="en-US" dirty="0"/>
              <a:t> </a:t>
            </a:r>
            <a:r>
              <a:rPr lang="en-US" dirty="0" err="1"/>
              <a:t>config</a:t>
            </a:r>
            <a:r>
              <a:rPr lang="en-US" dirty="0"/>
              <a:t> --global user.name </a:t>
            </a:r>
            <a:r>
              <a:rPr lang="en-US" dirty="0" smtClean="0"/>
              <a:t>“</a:t>
            </a:r>
            <a:r>
              <a:rPr lang="en-US" dirty="0" err="1" smtClean="0"/>
              <a:t>vimal</a:t>
            </a:r>
            <a:r>
              <a:rPr lang="en-US" dirty="0" smtClean="0"/>
              <a:t> </a:t>
            </a:r>
            <a:r>
              <a:rPr lang="en-US" dirty="0" err="1" smtClean="0"/>
              <a:t>jawla</a:t>
            </a:r>
            <a:r>
              <a:rPr lang="en-US" dirty="0" smtClean="0"/>
              <a:t>“</a:t>
            </a:r>
            <a:endParaRPr lang="en-US" dirty="0" smtClean="0"/>
          </a:p>
          <a:p>
            <a:r>
              <a:rPr lang="en-US" dirty="0" err="1"/>
              <a:t>git</a:t>
            </a:r>
            <a:r>
              <a:rPr lang="en-US" dirty="0"/>
              <a:t> </a:t>
            </a:r>
            <a:r>
              <a:rPr lang="en-US" dirty="0" err="1"/>
              <a:t>config</a:t>
            </a:r>
            <a:r>
              <a:rPr lang="en-US" dirty="0"/>
              <a:t> --global </a:t>
            </a:r>
            <a:r>
              <a:rPr lang="en-US" dirty="0" err="1" smtClean="0"/>
              <a:t>user.email</a:t>
            </a:r>
            <a:r>
              <a:rPr lang="en-US" dirty="0" smtClean="0"/>
              <a:t> </a:t>
            </a:r>
            <a:r>
              <a:rPr lang="en-US" dirty="0" smtClean="0"/>
              <a:t>“vimal.jawla@anudip.org“</a:t>
            </a:r>
            <a:endParaRPr lang="en-US" dirty="0" smtClean="0"/>
          </a:p>
          <a:p>
            <a:r>
              <a:rPr lang="en-US" dirty="0" smtClean="0">
                <a:solidFill>
                  <a:srgbClr val="FF0000"/>
                </a:solidFill>
              </a:rPr>
              <a:t>To list all </a:t>
            </a:r>
            <a:r>
              <a:rPr lang="en-US" dirty="0" err="1" smtClean="0">
                <a:solidFill>
                  <a:srgbClr val="FF0000"/>
                </a:solidFill>
              </a:rPr>
              <a:t>config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</a:p>
          <a:p>
            <a:r>
              <a:rPr lang="en-US" dirty="0" err="1"/>
              <a:t>git</a:t>
            </a:r>
            <a:r>
              <a:rPr lang="en-US" dirty="0"/>
              <a:t> </a:t>
            </a:r>
            <a:r>
              <a:rPr lang="en-US" dirty="0" err="1"/>
              <a:t>config</a:t>
            </a:r>
            <a:r>
              <a:rPr lang="en-US" dirty="0"/>
              <a:t> </a:t>
            </a:r>
            <a:r>
              <a:rPr lang="en-US" dirty="0" smtClean="0"/>
              <a:t>–-list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To view specific setting </a:t>
            </a:r>
          </a:p>
          <a:p>
            <a:r>
              <a:rPr lang="en-US" dirty="0" err="1"/>
              <a:t>git</a:t>
            </a:r>
            <a:r>
              <a:rPr lang="en-US" dirty="0"/>
              <a:t> </a:t>
            </a:r>
            <a:r>
              <a:rPr lang="en-US" dirty="0" err="1"/>
              <a:t>config</a:t>
            </a:r>
            <a:r>
              <a:rPr lang="en-US" dirty="0"/>
              <a:t> </a:t>
            </a:r>
            <a:r>
              <a:rPr lang="en-US" dirty="0" smtClean="0"/>
              <a:t>user.name</a:t>
            </a:r>
          </a:p>
          <a:p>
            <a:r>
              <a:rPr lang="en-US" dirty="0">
                <a:solidFill>
                  <a:srgbClr val="FF0000"/>
                </a:solidFill>
              </a:rPr>
              <a:t>Changing or Unsetting </a:t>
            </a:r>
            <a:r>
              <a:rPr lang="en-US" dirty="0" err="1">
                <a:solidFill>
                  <a:srgbClr val="FF0000"/>
                </a:solidFill>
              </a:rPr>
              <a:t>Config</a:t>
            </a:r>
            <a:r>
              <a:rPr lang="en-US" dirty="0">
                <a:solidFill>
                  <a:srgbClr val="FF0000"/>
                </a:solidFill>
              </a:rPr>
              <a:t> Values</a:t>
            </a:r>
          </a:p>
          <a:p>
            <a:r>
              <a:rPr lang="en-US" dirty="0" err="1"/>
              <a:t>git</a:t>
            </a:r>
            <a:r>
              <a:rPr lang="en-US" dirty="0"/>
              <a:t> </a:t>
            </a:r>
            <a:r>
              <a:rPr lang="en-US" dirty="0" err="1"/>
              <a:t>config</a:t>
            </a:r>
            <a:r>
              <a:rPr lang="en-US" dirty="0"/>
              <a:t> --global --unset </a:t>
            </a:r>
            <a:r>
              <a:rPr lang="en-US" dirty="0" err="1"/>
              <a:t>code.editor</a:t>
            </a:r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075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and initialize the </a:t>
            </a:r>
            <a:r>
              <a:rPr lang="en-US" dirty="0" err="1" smtClean="0"/>
              <a:t>git</a:t>
            </a:r>
            <a:r>
              <a:rPr lang="en-US" dirty="0" smtClean="0"/>
              <a:t> directory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a project folder</a:t>
            </a:r>
          </a:p>
          <a:p>
            <a:r>
              <a:rPr lang="en-US" dirty="0" smtClean="0"/>
              <a:t>Navigate to the folder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Initialize a </a:t>
            </a:r>
            <a:r>
              <a:rPr lang="en-US" dirty="0" err="1" smtClean="0">
                <a:solidFill>
                  <a:srgbClr val="FF0000"/>
                </a:solidFill>
              </a:rPr>
              <a:t>Git</a:t>
            </a:r>
            <a:r>
              <a:rPr lang="en-US" dirty="0" smtClean="0">
                <a:solidFill>
                  <a:srgbClr val="FF0000"/>
                </a:solidFill>
              </a:rPr>
              <a:t> repository</a:t>
            </a:r>
          </a:p>
          <a:p>
            <a:r>
              <a:rPr lang="en-US" dirty="0" err="1" smtClean="0"/>
              <a:t>Mkdir</a:t>
            </a:r>
            <a:r>
              <a:rPr lang="en-US" dirty="0" smtClean="0"/>
              <a:t> </a:t>
            </a:r>
            <a:r>
              <a:rPr lang="en-US" dirty="0" err="1" smtClean="0"/>
              <a:t>myproject</a:t>
            </a:r>
            <a:endParaRPr lang="en-US" dirty="0" smtClean="0"/>
          </a:p>
          <a:p>
            <a:r>
              <a:rPr lang="en-US" dirty="0" smtClean="0"/>
              <a:t>Cd </a:t>
            </a:r>
            <a:r>
              <a:rPr lang="en-US" dirty="0" err="1" smtClean="0"/>
              <a:t>myproject</a:t>
            </a:r>
            <a:endParaRPr lang="en-US" dirty="0" smtClean="0"/>
          </a:p>
          <a:p>
            <a:r>
              <a:rPr lang="en-US" dirty="0" smtClean="0"/>
              <a:t>Now </a:t>
            </a:r>
            <a:r>
              <a:rPr lang="en-US" dirty="0" err="1" smtClean="0"/>
              <a:t>init</a:t>
            </a:r>
            <a:r>
              <a:rPr lang="en-US" dirty="0" smtClean="0"/>
              <a:t> the </a:t>
            </a:r>
            <a:r>
              <a:rPr lang="en-US" dirty="0" err="1" smtClean="0"/>
              <a:t>git</a:t>
            </a:r>
            <a:r>
              <a:rPr lang="en-US" dirty="0" smtClean="0"/>
              <a:t> </a:t>
            </a:r>
          </a:p>
          <a:p>
            <a:r>
              <a:rPr lang="en-US" dirty="0" err="1" smtClean="0"/>
              <a:t>Git</a:t>
            </a:r>
            <a:r>
              <a:rPr lang="en-US" dirty="0" smtClean="0"/>
              <a:t> </a:t>
            </a:r>
            <a:r>
              <a:rPr lang="en-US" dirty="0" err="1" smtClean="0"/>
              <a:t>init</a:t>
            </a:r>
            <a:r>
              <a:rPr lang="en-US" dirty="0" smtClean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944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Adding files to </a:t>
            </a:r>
            <a:r>
              <a:rPr lang="en-US" dirty="0" err="1" smtClean="0"/>
              <a:t>git</a:t>
            </a:r>
            <a:r>
              <a:rPr lang="en-US" dirty="0" smtClean="0"/>
              <a:t> repository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Git</a:t>
            </a:r>
            <a:r>
              <a:rPr lang="en-US" dirty="0" smtClean="0"/>
              <a:t> status :- to view the </a:t>
            </a:r>
            <a:r>
              <a:rPr lang="en-US" dirty="0" err="1" smtClean="0"/>
              <a:t>git</a:t>
            </a:r>
            <a:r>
              <a:rPr lang="en-US" dirty="0" smtClean="0"/>
              <a:t> status</a:t>
            </a:r>
          </a:p>
          <a:p>
            <a:r>
              <a:rPr lang="en-US" dirty="0" err="1" smtClean="0"/>
              <a:t>Git</a:t>
            </a:r>
            <a:r>
              <a:rPr lang="en-US" dirty="0" smtClean="0"/>
              <a:t> add filename :- to add a file to state </a:t>
            </a:r>
          </a:p>
          <a:p>
            <a:r>
              <a:rPr lang="en-US" dirty="0" err="1" smtClean="0"/>
              <a:t>git</a:t>
            </a:r>
            <a:r>
              <a:rPr lang="en-US" dirty="0" smtClean="0"/>
              <a:t> add –- all :- adding all files to state </a:t>
            </a:r>
          </a:p>
          <a:p>
            <a:r>
              <a:rPr lang="en-US" dirty="0" err="1" smtClean="0"/>
              <a:t>git</a:t>
            </a:r>
            <a:r>
              <a:rPr lang="en-US" dirty="0" smtClean="0"/>
              <a:t> add </a:t>
            </a:r>
            <a:r>
              <a:rPr lang="en-US" dirty="0" err="1" smtClean="0"/>
              <a:t>foldername</a:t>
            </a:r>
            <a:r>
              <a:rPr lang="en-US" dirty="0" smtClean="0"/>
              <a:t> :- to add folder to stage</a:t>
            </a:r>
          </a:p>
          <a:p>
            <a:endParaRPr lang="en-US" dirty="0" smtClean="0"/>
          </a:p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185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 </a:t>
            </a:r>
            <a:r>
              <a:rPr lang="en-US" b="1" dirty="0"/>
              <a:t>commit</a:t>
            </a:r>
            <a:r>
              <a:rPr lang="en-US" dirty="0"/>
              <a:t> is like a save point in your project.</a:t>
            </a:r>
          </a:p>
          <a:p>
            <a:r>
              <a:rPr lang="en-US" dirty="0"/>
              <a:t>It records a snapshot of your files at a certain time, with a message describing what changed.</a:t>
            </a:r>
          </a:p>
          <a:p>
            <a:r>
              <a:rPr lang="en-US" dirty="0"/>
              <a:t>You can always go back to a previous commit if you need to.</a:t>
            </a:r>
          </a:p>
          <a:p>
            <a:r>
              <a:rPr lang="en-US" dirty="0" err="1" smtClean="0"/>
              <a:t>git</a:t>
            </a:r>
            <a:r>
              <a:rPr lang="en-US" dirty="0" smtClean="0"/>
              <a:t> commit -m "message" - Commit staged changes with a message</a:t>
            </a:r>
          </a:p>
          <a:p>
            <a:r>
              <a:rPr lang="en-US" dirty="0" err="1" smtClean="0"/>
              <a:t>git</a:t>
            </a:r>
            <a:r>
              <a:rPr lang="en-US" dirty="0" smtClean="0"/>
              <a:t> commit -a -m "message" - Commit all tracked changes (skip staging)</a:t>
            </a:r>
          </a:p>
          <a:p>
            <a:r>
              <a:rPr lang="en-US" dirty="0" err="1" smtClean="0"/>
              <a:t>git</a:t>
            </a:r>
            <a:r>
              <a:rPr lang="en-US" dirty="0" smtClean="0"/>
              <a:t> log - See commit history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660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Create an empty commit:</a:t>
            </a:r>
          </a:p>
          <a:p>
            <a:r>
              <a:rPr lang="en-US" dirty="0" err="1" smtClean="0"/>
              <a:t>git</a:t>
            </a:r>
            <a:r>
              <a:rPr lang="en-US" dirty="0" smtClean="0"/>
              <a:t> commit --allow-empty -m "Start project"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Use previous commit message (no editor):</a:t>
            </a:r>
          </a:p>
          <a:p>
            <a:r>
              <a:rPr lang="en-US" dirty="0" err="1" smtClean="0"/>
              <a:t>git</a:t>
            </a:r>
            <a:r>
              <a:rPr lang="en-US" dirty="0" smtClean="0"/>
              <a:t> commit --no-edit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Quickly add staged changes to last commit, keep message:</a:t>
            </a:r>
          </a:p>
          <a:p>
            <a:r>
              <a:rPr lang="en-US" dirty="0" err="1" smtClean="0"/>
              <a:t>git</a:t>
            </a:r>
            <a:r>
              <a:rPr lang="en-US" dirty="0" smtClean="0"/>
              <a:t> commit --amend --no-edit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710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</a:t>
            </a:r>
            <a:r>
              <a:rPr lang="en-US" dirty="0" smtClean="0"/>
              <a:t> History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git</a:t>
            </a:r>
            <a:r>
              <a:rPr lang="en-US" dirty="0" smtClean="0"/>
              <a:t> log - Show full commit history</a:t>
            </a:r>
          </a:p>
          <a:p>
            <a:r>
              <a:rPr lang="en-US" dirty="0" err="1" smtClean="0"/>
              <a:t>git</a:t>
            </a:r>
            <a:r>
              <a:rPr lang="en-US" dirty="0" smtClean="0"/>
              <a:t> log --</a:t>
            </a:r>
            <a:r>
              <a:rPr lang="en-US" dirty="0" err="1" smtClean="0"/>
              <a:t>oneline</a:t>
            </a:r>
            <a:r>
              <a:rPr lang="en-US" dirty="0" smtClean="0"/>
              <a:t> - Show a summary of commits</a:t>
            </a:r>
          </a:p>
          <a:p>
            <a:r>
              <a:rPr lang="en-US" dirty="0" err="1" smtClean="0"/>
              <a:t>git</a:t>
            </a:r>
            <a:r>
              <a:rPr lang="en-US" dirty="0" smtClean="0"/>
              <a:t> show &lt;commit&gt; - Show details of a specific commit</a:t>
            </a:r>
          </a:p>
          <a:p>
            <a:r>
              <a:rPr lang="en-US" dirty="0" err="1" smtClean="0"/>
              <a:t>git</a:t>
            </a:r>
            <a:r>
              <a:rPr lang="en-US" dirty="0" smtClean="0"/>
              <a:t> diff - See </a:t>
            </a:r>
            <a:r>
              <a:rPr lang="en-US" dirty="0" err="1" smtClean="0"/>
              <a:t>unstaged</a:t>
            </a:r>
            <a:r>
              <a:rPr lang="en-US" dirty="0" smtClean="0"/>
              <a:t> changes</a:t>
            </a:r>
          </a:p>
          <a:p>
            <a:r>
              <a:rPr lang="en-US" dirty="0" err="1" smtClean="0"/>
              <a:t>git</a:t>
            </a:r>
            <a:r>
              <a:rPr lang="en-US" dirty="0" smtClean="0"/>
              <a:t> diff --staged - See staged changes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128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</a:t>
            </a:r>
            <a:r>
              <a:rPr lang="en-US" dirty="0" smtClean="0"/>
              <a:t> branch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dirty="0" err="1" smtClean="0"/>
              <a:t>Git</a:t>
            </a:r>
            <a:r>
              <a:rPr lang="en-US" dirty="0" smtClean="0"/>
              <a:t>, a branch is like a separate workspace where you can make changes and try new ideas without affecting the main project. Think of it as a "parallel universe" for your code.</a:t>
            </a:r>
          </a:p>
          <a:p>
            <a:r>
              <a:rPr lang="en-US" dirty="0" err="1" smtClean="0"/>
              <a:t>Git</a:t>
            </a:r>
            <a:r>
              <a:rPr lang="en-US" dirty="0" smtClean="0"/>
              <a:t> branch </a:t>
            </a:r>
            <a:r>
              <a:rPr lang="en-US" dirty="0" err="1" smtClean="0"/>
              <a:t>branch_name</a:t>
            </a:r>
            <a:endParaRPr lang="en-US" dirty="0" smtClean="0"/>
          </a:p>
          <a:p>
            <a:r>
              <a:rPr lang="en-US" dirty="0" smtClean="0"/>
              <a:t>Listing all branch </a:t>
            </a:r>
          </a:p>
          <a:p>
            <a:r>
              <a:rPr lang="en-US" dirty="0" err="1" smtClean="0"/>
              <a:t>Git</a:t>
            </a:r>
            <a:r>
              <a:rPr lang="en-US" dirty="0" smtClean="0"/>
              <a:t> branch </a:t>
            </a:r>
          </a:p>
          <a:p>
            <a:r>
              <a:rPr lang="en-US" dirty="0" smtClean="0"/>
              <a:t>Change branch </a:t>
            </a:r>
          </a:p>
          <a:p>
            <a:r>
              <a:rPr lang="en-US" dirty="0" err="1" smtClean="0"/>
              <a:t>Git</a:t>
            </a:r>
            <a:r>
              <a:rPr lang="en-US" dirty="0" smtClean="0"/>
              <a:t> checkout </a:t>
            </a:r>
            <a:r>
              <a:rPr lang="en-US" dirty="0" err="1" smtClean="0"/>
              <a:t>helloworld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782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</a:t>
            </a:r>
            <a:r>
              <a:rPr lang="en-US" dirty="0" smtClean="0"/>
              <a:t> Merge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Merging in </a:t>
            </a:r>
            <a:r>
              <a:rPr lang="en-US" dirty="0" err="1" smtClean="0"/>
              <a:t>Git</a:t>
            </a:r>
            <a:r>
              <a:rPr lang="en-US" dirty="0" smtClean="0"/>
              <a:t> means combining the changes from one branch into another.</a:t>
            </a:r>
          </a:p>
          <a:p>
            <a:r>
              <a:rPr lang="en-US" dirty="0" smtClean="0"/>
              <a:t>This is how you bring your work together after working separately on different features or bug fixes.</a:t>
            </a:r>
          </a:p>
          <a:p>
            <a:r>
              <a:rPr lang="en-US" dirty="0" smtClean="0"/>
              <a:t>First we move to master branch </a:t>
            </a:r>
          </a:p>
          <a:p>
            <a:r>
              <a:rPr lang="en-US" dirty="0" err="1" smtClean="0"/>
              <a:t>Git</a:t>
            </a:r>
            <a:r>
              <a:rPr lang="en-US" dirty="0" smtClean="0"/>
              <a:t> checkout master</a:t>
            </a:r>
          </a:p>
          <a:p>
            <a:r>
              <a:rPr lang="en-US" dirty="0" smtClean="0"/>
              <a:t>Now we will merge the master and branch1 </a:t>
            </a:r>
          </a:p>
          <a:p>
            <a:r>
              <a:rPr lang="en-US" dirty="0" err="1" smtClean="0"/>
              <a:t>Git</a:t>
            </a:r>
            <a:r>
              <a:rPr lang="en-US" dirty="0" smtClean="0"/>
              <a:t> merge branch1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816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</a:t>
            </a:r>
            <a:r>
              <a:rPr lang="en-US" dirty="0" smtClean="0"/>
              <a:t> with </a:t>
            </a:r>
            <a:r>
              <a:rPr lang="en-US" dirty="0" err="1" smtClean="0"/>
              <a:t>github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First signup to github.com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71216"/>
            <a:ext cx="8634984" cy="3913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2908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</a:t>
            </a:r>
            <a:r>
              <a:rPr lang="en-US" dirty="0"/>
              <a:t> Security </a:t>
            </a:r>
            <a:r>
              <a:rPr lang="en-US" dirty="0" smtClean="0"/>
              <a:t>SSH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SSH (Secure Shell) is a way to connect securely to remote computers and services, like </a:t>
            </a:r>
            <a:r>
              <a:rPr lang="en-US" dirty="0" err="1" smtClean="0"/>
              <a:t>Git</a:t>
            </a:r>
            <a:r>
              <a:rPr lang="en-US" dirty="0" smtClean="0"/>
              <a:t> repositories.</a:t>
            </a:r>
          </a:p>
          <a:p>
            <a:r>
              <a:rPr lang="en-US" dirty="0" smtClean="0"/>
              <a:t>SSH uses a pair of keys (public and private) to make sure only you can access your code.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86806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</a:t>
            </a:r>
            <a:r>
              <a:rPr lang="en-US" dirty="0" smtClean="0"/>
              <a:t> Set Remote from GitHub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 Your SSH Connection</a:t>
            </a:r>
          </a:p>
          <a:p>
            <a:r>
              <a:rPr lang="en-US" dirty="0" err="1"/>
              <a:t>ssh</a:t>
            </a:r>
            <a:r>
              <a:rPr lang="en-US" dirty="0"/>
              <a:t> -T git@github.com</a:t>
            </a:r>
          </a:p>
        </p:txBody>
      </p:sp>
    </p:spTree>
    <p:extLst>
      <p:ext uri="{BB962C8B-B14F-4D97-AF65-F5344CB8AC3E}">
        <p14:creationId xmlns:p14="http://schemas.microsoft.com/office/powerpoint/2010/main" val="11245830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 or Update the Remote Origin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git</a:t>
            </a:r>
            <a:r>
              <a:rPr lang="en-US" dirty="0" smtClean="0"/>
              <a:t> remote add origin </a:t>
            </a:r>
            <a:r>
              <a:rPr lang="en-US" dirty="0" err="1" smtClean="0">
                <a:hlinkClick r:id="rId2"/>
              </a:rPr>
              <a:t>git@github.com:your-username</a:t>
            </a:r>
            <a:r>
              <a:rPr lang="en-US" dirty="0" smtClean="0">
                <a:hlinkClick r:id="rId2"/>
              </a:rPr>
              <a:t>/your-</a:t>
            </a:r>
            <a:r>
              <a:rPr lang="en-US" dirty="0" err="1" smtClean="0">
                <a:hlinkClick r:id="rId2"/>
              </a:rPr>
              <a:t>repo.git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Example </a:t>
            </a:r>
          </a:p>
          <a:p>
            <a:r>
              <a:rPr lang="en-US" dirty="0" err="1"/>
              <a:t>git</a:t>
            </a:r>
            <a:r>
              <a:rPr lang="en-US" dirty="0"/>
              <a:t> remote set-</a:t>
            </a:r>
            <a:r>
              <a:rPr lang="en-US" dirty="0" err="1"/>
              <a:t>url</a:t>
            </a:r>
            <a:r>
              <a:rPr lang="en-US" dirty="0"/>
              <a:t> origin </a:t>
            </a:r>
            <a:r>
              <a:rPr lang="en-US" dirty="0" err="1"/>
              <a:t>git@github.com:your-username</a:t>
            </a:r>
            <a:r>
              <a:rPr lang="en-US" dirty="0"/>
              <a:t>/your-</a:t>
            </a:r>
            <a:r>
              <a:rPr lang="en-US" dirty="0" err="1"/>
              <a:t>repo.git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7769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Pull from Remote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Key Pull Commands</a:t>
            </a:r>
          </a:p>
          <a:p>
            <a:r>
              <a:rPr lang="en-US" dirty="0" smtClean="0"/>
              <a:t>Fetch</a:t>
            </a:r>
          </a:p>
          <a:p>
            <a:r>
              <a:rPr lang="en-US" dirty="0" smtClean="0"/>
              <a:t>Merge</a:t>
            </a:r>
          </a:p>
          <a:p>
            <a:r>
              <a:rPr lang="en-US" dirty="0" smtClean="0"/>
              <a:t>Pull</a:t>
            </a:r>
          </a:p>
          <a:p>
            <a:r>
              <a:rPr lang="en-US" dirty="0" smtClean="0"/>
              <a:t>Pull is combination of fetch and merge</a:t>
            </a:r>
          </a:p>
          <a:p>
            <a:r>
              <a:rPr lang="en-US" dirty="0" err="1"/>
              <a:t>git</a:t>
            </a:r>
            <a:r>
              <a:rPr lang="en-US" dirty="0"/>
              <a:t> fetch </a:t>
            </a:r>
            <a:r>
              <a:rPr lang="en-US" dirty="0" smtClean="0"/>
              <a:t>origin</a:t>
            </a:r>
          </a:p>
          <a:p>
            <a:r>
              <a:rPr lang="en-US" dirty="0" smtClean="0"/>
              <a:t>Now we will see the status of origin and master</a:t>
            </a:r>
          </a:p>
          <a:p>
            <a:r>
              <a:rPr lang="en-US" dirty="0" err="1" smtClean="0"/>
              <a:t>Git</a:t>
            </a:r>
            <a:r>
              <a:rPr lang="en-US" dirty="0" smtClean="0"/>
              <a:t> log origin/master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5317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If difference between origin and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git</a:t>
            </a:r>
            <a:r>
              <a:rPr lang="en-US" dirty="0" smtClean="0"/>
              <a:t> diff origin/master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2066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</a:t>
            </a:r>
            <a:r>
              <a:rPr lang="en-US" dirty="0" smtClean="0"/>
              <a:t> Merge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merge combines the current branch, with a specified branch.</a:t>
            </a:r>
          </a:p>
          <a:p>
            <a:r>
              <a:rPr lang="en-US" dirty="0" smtClean="0"/>
              <a:t>We have confirmed that the updates are as expected, and we can merge our current branch (master) with origin/master</a:t>
            </a:r>
          </a:p>
          <a:p>
            <a:r>
              <a:rPr lang="en-US" dirty="0" err="1"/>
              <a:t>git</a:t>
            </a:r>
            <a:r>
              <a:rPr lang="en-US" dirty="0"/>
              <a:t> merge origin/master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1266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</a:t>
            </a:r>
            <a:r>
              <a:rPr lang="en-US" dirty="0" smtClean="0"/>
              <a:t> Pull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git</a:t>
            </a:r>
            <a:r>
              <a:rPr lang="en-US" dirty="0" smtClean="0"/>
              <a:t> pull origin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3622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</a:t>
            </a:r>
            <a:r>
              <a:rPr lang="en-US" dirty="0" smtClean="0"/>
              <a:t> Push to GitHub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we have made changes locally, we want to update our remote repository with the changes.</a:t>
            </a:r>
          </a:p>
          <a:p>
            <a:r>
              <a:rPr lang="en-US" dirty="0" smtClean="0"/>
              <a:t>Transferring our local changes to our remote is done with a push command.</a:t>
            </a:r>
          </a:p>
          <a:p>
            <a:r>
              <a:rPr lang="en-US" dirty="0">
                <a:solidFill>
                  <a:srgbClr val="FF0000"/>
                </a:solidFill>
              </a:rPr>
              <a:t>Basic Push</a:t>
            </a:r>
          </a:p>
          <a:p>
            <a:r>
              <a:rPr lang="en-US" dirty="0" err="1"/>
              <a:t>git</a:t>
            </a:r>
            <a:r>
              <a:rPr lang="en-US" dirty="0"/>
              <a:t> push </a:t>
            </a:r>
            <a:r>
              <a:rPr lang="en-US" dirty="0" smtClean="0"/>
              <a:t>origin</a:t>
            </a:r>
          </a:p>
          <a:p>
            <a:r>
              <a:rPr lang="en-US" dirty="0">
                <a:solidFill>
                  <a:srgbClr val="FF0000"/>
                </a:solidFill>
              </a:rPr>
              <a:t>Force </a:t>
            </a:r>
            <a:r>
              <a:rPr lang="en-US" dirty="0" smtClean="0">
                <a:solidFill>
                  <a:srgbClr val="FF0000"/>
                </a:solidFill>
              </a:rPr>
              <a:t>Push</a:t>
            </a:r>
          </a:p>
          <a:p>
            <a:r>
              <a:rPr lang="en-US" dirty="0" err="1"/>
              <a:t>git</a:t>
            </a:r>
            <a:r>
              <a:rPr lang="en-US" dirty="0"/>
              <a:t> push --force origin feature-branch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0937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</a:t>
            </a:r>
            <a:r>
              <a:rPr lang="en-US" dirty="0" smtClean="0"/>
              <a:t> GitHub Branch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a Branch</a:t>
            </a:r>
          </a:p>
          <a:p>
            <a:r>
              <a:rPr lang="en-US" dirty="0" smtClean="0"/>
              <a:t>On GitHub, access your repository and click the "master" branch button.</a:t>
            </a:r>
          </a:p>
          <a:p>
            <a:r>
              <a:rPr lang="en-US" dirty="0" smtClean="0"/>
              <a:t>There you can create a new Branch. Type in a descriptive name, and click Create branch: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Switch Branch</a:t>
            </a:r>
          </a:p>
          <a:p>
            <a:r>
              <a:rPr lang="en-US" dirty="0" err="1" smtClean="0"/>
              <a:t>git</a:t>
            </a:r>
            <a:r>
              <a:rPr lang="en-US" dirty="0" smtClean="0"/>
              <a:t> switch branch-name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43262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delete a branch on GitHub, go to the branches page, find your branch, and click the delete icon (trash can).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To delete a branch using the command line:</a:t>
            </a:r>
          </a:p>
          <a:p>
            <a:r>
              <a:rPr lang="en-US" dirty="0" err="1"/>
              <a:t>git</a:t>
            </a:r>
            <a:r>
              <a:rPr lang="en-US" dirty="0"/>
              <a:t> branch -d </a:t>
            </a:r>
            <a:r>
              <a:rPr lang="en-US" dirty="0" smtClean="0"/>
              <a:t>branch-name</a:t>
            </a:r>
          </a:p>
          <a:p>
            <a:r>
              <a:rPr lang="en-US" dirty="0" err="1"/>
              <a:t>git</a:t>
            </a:r>
            <a:r>
              <a:rPr lang="en-US" dirty="0"/>
              <a:t> push origin --delete </a:t>
            </a:r>
            <a:r>
              <a:rPr lang="en-US" dirty="0" smtClean="0"/>
              <a:t>branch-name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To rename a branch using the command line:</a:t>
            </a:r>
          </a:p>
          <a:p>
            <a:r>
              <a:rPr lang="en-US" dirty="0" err="1"/>
              <a:t>git</a:t>
            </a:r>
            <a:r>
              <a:rPr lang="en-US" dirty="0"/>
              <a:t> branch -m old-name </a:t>
            </a:r>
            <a:r>
              <a:rPr lang="en-US" dirty="0" smtClean="0"/>
              <a:t>new-name</a:t>
            </a:r>
          </a:p>
          <a:p>
            <a:r>
              <a:rPr lang="en-US" dirty="0" err="1"/>
              <a:t>git</a:t>
            </a:r>
            <a:r>
              <a:rPr lang="en-US"/>
              <a:t> merge branch-name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451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686</Words>
  <Application>Microsoft Office PowerPoint</Application>
  <PresentationFormat>Custom</PresentationFormat>
  <Paragraphs>118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GiT &amp; GiTHub</vt:lpstr>
      <vt:lpstr>Where to use Git</vt:lpstr>
      <vt:lpstr>Installation of Git </vt:lpstr>
      <vt:lpstr>Commands</vt:lpstr>
      <vt:lpstr>Configuration </vt:lpstr>
      <vt:lpstr>Create and initialize the git directory</vt:lpstr>
      <vt:lpstr>Adding files to git repository</vt:lpstr>
      <vt:lpstr>commit</vt:lpstr>
      <vt:lpstr>PowerPoint Presentation</vt:lpstr>
      <vt:lpstr>Git History</vt:lpstr>
      <vt:lpstr>Git branch</vt:lpstr>
      <vt:lpstr>Git Merge</vt:lpstr>
      <vt:lpstr>Git with github</vt:lpstr>
      <vt:lpstr>Git Security SSH</vt:lpstr>
      <vt:lpstr>Git Set Remote from GitHub</vt:lpstr>
      <vt:lpstr>Add or Update the Remote Origin</vt:lpstr>
      <vt:lpstr>Pull from Remote</vt:lpstr>
      <vt:lpstr>If difference between origin and master</vt:lpstr>
      <vt:lpstr>Git Merge</vt:lpstr>
      <vt:lpstr>Git Pull</vt:lpstr>
      <vt:lpstr>Git Push to GitHub</vt:lpstr>
      <vt:lpstr>Git GitHub Branch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&amp; GiTHub</dc:title>
  <dc:creator>Iexcel</dc:creator>
  <cp:lastModifiedBy>Programming_GuruG</cp:lastModifiedBy>
  <cp:revision>37</cp:revision>
  <dcterms:created xsi:type="dcterms:W3CDTF">2025-08-05T18:56:29Z</dcterms:created>
  <dcterms:modified xsi:type="dcterms:W3CDTF">2026-05-05T09:36:29Z</dcterms:modified>
</cp:coreProperties>
</file>